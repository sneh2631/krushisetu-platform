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02567b97534f31" /><Relationship Type="http://schemas.openxmlformats.org/officeDocument/2006/relationships/extended-properties" Target="/docProps/app.xml" Id="R38554db887e646ac" /><Relationship Type="http://schemas.openxmlformats.org/officeDocument/2006/relationships/officeDocument" Target="/ppt/presentation.xml" Id="Rd34220550e16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19853d7d5430d"/>
  </p:sldMasterIdLst>
  <p:notesMasterIdLst>
    <p:notesMasterId xmlns:r="http://schemas.openxmlformats.org/officeDocument/2006/relationships" r:id="R969354b2f79743be"/>
  </p:notesMasterIdLst>
  <p:sldIdLst>
    <p:sldId xmlns:r="http://schemas.openxmlformats.org/officeDocument/2006/relationships" id="256" r:id="Rcc71f4675b2a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05c10da5c44f04" /><Relationship Type="http://schemas.openxmlformats.org/officeDocument/2006/relationships/slideMaster" Target="/ppt/slideMasters/slideMaster1.xml" Id="Ra7319853d7d5430d" /><Relationship Type="http://schemas.openxmlformats.org/officeDocument/2006/relationships/notesMaster" Target="/ppt/notesMasters/notesMaster1.xml" Id="R969354b2f79743be" /><Relationship Type="http://schemas.openxmlformats.org/officeDocument/2006/relationships/presProps" Target="/ppt/presProps.xml" Id="R28c0f734109b4803" /><Relationship Type="http://schemas.openxmlformats.org/officeDocument/2006/relationships/tableStyles" Target="/ppt/tableStyles.xml" Id="R83aa993231f34c12" /><Relationship Type="http://schemas.openxmlformats.org/officeDocument/2006/relationships/slide" Target="/ppt/slides/slide1.xml" Id="Rcc71f4675b2a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612fb7a7c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2a9fe3b86493a" /><Relationship Type="http://schemas.openxmlformats.org/officeDocument/2006/relationships/notesMaster" Target="/ppt/notesMasters/notesMaster1.xml" Id="R32612767033648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workflow screenshot. Slide copy condensed for presentation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a6abb04bd48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eab8e705b34c92" /><Relationship Type="http://schemas.openxmlformats.org/officeDocument/2006/relationships/slideLayout" Target="/ppt/slideLayouts/slideLayout1.xml" Id="R1b86e4e5f6f3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86e4e5f6f3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374a248f247aa" /><Relationship Type="http://schemas.openxmlformats.org/officeDocument/2006/relationships/notesSlide" Target="/ppt/notesSlides/notesSlide1.xml" Id="Rdaa228ccc16148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1E1B7FA9-AB99-4F8E-8172-A9390005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How the Marketplace Works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F29C2C-F17F-4CC8-9852-45CFB95C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B6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B62"/>
                </a:solidFill>
                <a:latin typeface="Aptos"/>
                <a:ea typeface="Aptos"/>
                <a:cs typeface="Aptos"/>
              </a:rPr>
              <a:t>A simple seven-step journey from farm registration to trusted repeat orders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B95AE5-EA9A-4A9D-8DF5-A306185C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C1"/>
            </a:solidFill>
            <a:prstDash val="solid"/>
          </a:ln>
        </p:spPr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BC7ABF3B-4879-4453-9C65-9FF4421D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28825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BB94"/>
            </a:solidFill>
            <a:prstDash val="solid"/>
          </a:ln>
        </p:spPr>
      </p:sp>
      <p:sp>
        <p:nvSpPr>
          <p:cNvPr id="5" name="step-1-marker">
            <a:extLst xmlns:a="http://schemas.openxmlformats.org/drawingml/2006/main">
              <a:ext uri="{FF2B5EF4-FFF2-40B4-BE49-F238E27FC236}">
                <a16:creationId xmlns:a16="http://schemas.microsoft.com/office/drawing/2014/main" id="{8241C2A2-AB9E-409E-911D-BC82CAB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56B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6B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6B3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tep-1-card">
            <a:extLst xmlns:a="http://schemas.openxmlformats.org/drawingml/2006/main">
              <a:ext uri="{FF2B5EF4-FFF2-40B4-BE49-F238E27FC236}">
                <a16:creationId xmlns:a16="http://schemas.microsoft.com/office/drawing/2014/main" id="{6852B60A-09D9-4A71-B697-BAAC76E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tep-1-accent">
            <a:extLst xmlns:a="http://schemas.openxmlformats.org/drawingml/2006/main">
              <a:ext uri="{FF2B5EF4-FFF2-40B4-BE49-F238E27FC236}">
                <a16:creationId xmlns:a16="http://schemas.microsoft.com/office/drawing/2014/main" id="{9595971A-43CF-4333-86AC-CBEE88F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B36"/>
          </a:solidFill>
          <a:ln xmlns:a="http://schemas.openxmlformats.org/drawingml/2006/main" w="0">
            <a:solidFill>
              <a:srgbClr val="156B36"/>
            </a:solidFill>
            <a:prstDash val="solid"/>
          </a:ln>
        </p:spPr>
      </p:sp>
      <p:sp>
        <p:nvSpPr>
          <p:cNvPr id="8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42AD62C7-8A94-48BE-A533-444D53FC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6B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6B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0138AD6A-2F44-4386-BA8E-0B7EE6C2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094D344-62F6-4847-83CD-F69AE48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Farmer creates a verified profile</a:t>
            </a:r>
          </a:p>
        </p:txBody>
      </p:sp>
      <p:sp>
        <p:nvSpPr>
          <p:cNvPr id="11" name="step-2-marker">
            <a:extLst xmlns:a="http://schemas.openxmlformats.org/drawingml/2006/main">
              <a:ext uri="{FF2B5EF4-FFF2-40B4-BE49-F238E27FC236}">
                <a16:creationId xmlns:a16="http://schemas.microsoft.com/office/drawing/2014/main" id="{858F990D-5FE0-4365-A17F-360F76C7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2-card">
            <a:extLst xmlns:a="http://schemas.openxmlformats.org/drawingml/2006/main">
              <a:ext uri="{FF2B5EF4-FFF2-40B4-BE49-F238E27FC236}">
                <a16:creationId xmlns:a16="http://schemas.microsoft.com/office/drawing/2014/main" id="{2EC8D822-E927-4578-8599-350F7BD2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ep-2-accent">
            <a:extLst xmlns:a="http://schemas.openxmlformats.org/drawingml/2006/main">
              <a:ext uri="{FF2B5EF4-FFF2-40B4-BE49-F238E27FC236}">
                <a16:creationId xmlns:a16="http://schemas.microsoft.com/office/drawing/2014/main" id="{E2E6B799-86A1-4D14-9634-C9FB432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1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3B1B625A-23D9-479E-8311-013B177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FD9EACE5-2F0F-42E6-AB61-2D459C70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List Produce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4DC08299-A4C2-43E6-AFFF-C3879D9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Add crop, quantity, price and availability</a:t>
            </a:r>
          </a:p>
        </p:txBody>
      </p:sp>
      <p:sp>
        <p:nvSpPr>
          <p:cNvPr id="17" name="step-3-marker">
            <a:extLst xmlns:a="http://schemas.openxmlformats.org/drawingml/2006/main">
              <a:ext uri="{FF2B5EF4-FFF2-40B4-BE49-F238E27FC236}">
                <a16:creationId xmlns:a16="http://schemas.microsoft.com/office/drawing/2014/main" id="{59EDD85F-2279-49AC-B7C3-A728506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step-3-card">
            <a:extLst xmlns:a="http://schemas.openxmlformats.org/drawingml/2006/main">
              <a:ext uri="{FF2B5EF4-FFF2-40B4-BE49-F238E27FC236}">
                <a16:creationId xmlns:a16="http://schemas.microsoft.com/office/drawing/2014/main" id="{D974F343-83D3-499F-B4CC-BB463132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tep-3-accent">
            <a:extLst xmlns:a="http://schemas.openxmlformats.org/drawingml/2006/main">
              <a:ext uri="{FF2B5EF4-FFF2-40B4-BE49-F238E27FC236}">
                <a16:creationId xmlns:a16="http://schemas.microsoft.com/office/drawing/2014/main" id="{541904FD-BDFC-41A2-949B-767184B3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2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AC26CFAC-AD5F-4EC2-9875-4A4ADF67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49B1D243-9A5D-420F-863B-EB778D37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22" name="step-3-body">
            <a:extLst xmlns:a="http://schemas.openxmlformats.org/drawingml/2006/main">
              <a:ext uri="{FF2B5EF4-FFF2-40B4-BE49-F238E27FC236}">
                <a16:creationId xmlns:a16="http://schemas.microsoft.com/office/drawing/2014/main" id="{2C53C938-9299-485C-84FA-74EC8648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Buyers compare verified listings</a:t>
            </a:r>
          </a:p>
        </p:txBody>
      </p:sp>
      <p:sp>
        <p:nvSpPr>
          <p:cNvPr id="23" name="step-4-marker">
            <a:extLst xmlns:a="http://schemas.openxmlformats.org/drawingml/2006/main">
              <a:ext uri="{FF2B5EF4-FFF2-40B4-BE49-F238E27FC236}">
                <a16:creationId xmlns:a16="http://schemas.microsoft.com/office/drawing/2014/main" id="{5B64F0B8-B47B-4A02-8B1C-A1807882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step-4-card">
            <a:extLst xmlns:a="http://schemas.openxmlformats.org/drawingml/2006/main">
              <a:ext uri="{FF2B5EF4-FFF2-40B4-BE49-F238E27FC236}">
                <a16:creationId xmlns:a16="http://schemas.microsoft.com/office/drawing/2014/main" id="{E73CE23D-60AE-4417-96FE-66902F0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tep-4-accent">
            <a:extLst xmlns:a="http://schemas.openxmlformats.org/drawingml/2006/main">
              <a:ext uri="{FF2B5EF4-FFF2-40B4-BE49-F238E27FC236}">
                <a16:creationId xmlns:a16="http://schemas.microsoft.com/office/drawing/2014/main" id="{0B9248BC-6740-4552-95F1-462084E2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26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3CED870-7997-4122-81FC-B9CD8A69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4C3D60A5-E0FD-4508-BA2F-90B1395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28" name="step-4-body">
            <a:extLst xmlns:a="http://schemas.openxmlformats.org/drawingml/2006/main">
              <a:ext uri="{FF2B5EF4-FFF2-40B4-BE49-F238E27FC236}">
                <a16:creationId xmlns:a16="http://schemas.microsoft.com/office/drawing/2014/main" id="{DA032E65-EBC3-4471-9608-8FA29203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Chat and confirm order details</a:t>
            </a:r>
          </a:p>
        </p:txBody>
      </p:sp>
      <p:sp>
        <p:nvSpPr>
          <p:cNvPr id="29" name="step-5-marker">
            <a:extLst xmlns:a="http://schemas.openxmlformats.org/drawingml/2006/main">
              <a:ext uri="{FF2B5EF4-FFF2-40B4-BE49-F238E27FC236}">
                <a16:creationId xmlns:a16="http://schemas.microsoft.com/office/drawing/2014/main" id="{26B3909A-568E-470A-8866-50E8EFD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step-5-card">
            <a:extLst xmlns:a="http://schemas.openxmlformats.org/drawingml/2006/main">
              <a:ext uri="{FF2B5EF4-FFF2-40B4-BE49-F238E27FC236}">
                <a16:creationId xmlns:a16="http://schemas.microsoft.com/office/drawing/2014/main" id="{AB72F5AA-0A56-4614-92E0-CA263445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tep-5-accent">
            <a:extLst xmlns:a="http://schemas.openxmlformats.org/drawingml/2006/main">
              <a:ext uri="{FF2B5EF4-FFF2-40B4-BE49-F238E27FC236}">
                <a16:creationId xmlns:a16="http://schemas.microsoft.com/office/drawing/2014/main" id="{F379699C-3F81-4E01-A807-8A0F78A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32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C5E2DB37-5D15-47A1-908D-CDF200B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04D6DB81-AFC6-4F6E-8A80-1600875F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9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Order &amp; Pay</a:t>
            </a:r>
          </a:p>
        </p:txBody>
      </p:sp>
      <p:sp>
        <p:nvSpPr>
          <p:cNvPr id="34" name="step-5-body">
            <a:extLst xmlns:a="http://schemas.openxmlformats.org/drawingml/2006/main">
              <a:ext uri="{FF2B5EF4-FFF2-40B4-BE49-F238E27FC236}">
                <a16:creationId xmlns:a16="http://schemas.microsoft.com/office/drawing/2014/main" id="{568D2517-8A3B-46A3-8CDB-EEACDD29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Place the order and pay securely</a:t>
            </a:r>
          </a:p>
        </p:txBody>
      </p:sp>
      <p:sp>
        <p:nvSpPr>
          <p:cNvPr id="35" name="step-6-marker">
            <a:extLst xmlns:a="http://schemas.openxmlformats.org/drawingml/2006/main">
              <a:ext uri="{FF2B5EF4-FFF2-40B4-BE49-F238E27FC236}">
                <a16:creationId xmlns:a16="http://schemas.microsoft.com/office/drawing/2014/main" id="{BB1FE713-F98E-4DB6-84ED-24C3CA6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step-6-card">
            <a:extLst xmlns:a="http://schemas.openxmlformats.org/drawingml/2006/main">
              <a:ext uri="{FF2B5EF4-FFF2-40B4-BE49-F238E27FC236}">
                <a16:creationId xmlns:a16="http://schemas.microsoft.com/office/drawing/2014/main" id="{3FAB6104-709F-477C-84F2-DB42E78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step-6-accent">
            <a:extLst xmlns:a="http://schemas.openxmlformats.org/drawingml/2006/main">
              <a:ext uri="{FF2B5EF4-FFF2-40B4-BE49-F238E27FC236}">
                <a16:creationId xmlns:a16="http://schemas.microsoft.com/office/drawing/2014/main" id="{997D378B-C741-48C6-AE21-8FF0FA1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38" name="step-6-number">
            <a:extLst xmlns:a="http://schemas.openxmlformats.org/drawingml/2006/main">
              <a:ext uri="{FF2B5EF4-FFF2-40B4-BE49-F238E27FC236}">
                <a16:creationId xmlns:a16="http://schemas.microsoft.com/office/drawing/2014/main" id="{4BA70C11-9E7C-42A9-B699-484DBC4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9" name="step-6-title">
            <a:extLst xmlns:a="http://schemas.openxmlformats.org/drawingml/2006/main">
              <a:ext uri="{FF2B5EF4-FFF2-40B4-BE49-F238E27FC236}">
                <a16:creationId xmlns:a16="http://schemas.microsoft.com/office/drawing/2014/main" id="{4B91E6D8-31F0-4093-B74D-2C7EDBD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40" name="step-6-body">
            <a:extLst xmlns:a="http://schemas.openxmlformats.org/drawingml/2006/main">
              <a:ext uri="{FF2B5EF4-FFF2-40B4-BE49-F238E27FC236}">
                <a16:creationId xmlns:a16="http://schemas.microsoft.com/office/drawing/2014/main" id="{A77EFD13-5F2C-4F86-9F39-79B26B3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Track pickup and delivery status</a:t>
            </a:r>
          </a:p>
        </p:txBody>
      </p:sp>
      <p:sp>
        <p:nvSpPr>
          <p:cNvPr id="41" name="step-7-marker">
            <a:extLst xmlns:a="http://schemas.openxmlformats.org/drawingml/2006/main">
              <a:ext uri="{FF2B5EF4-FFF2-40B4-BE49-F238E27FC236}">
                <a16:creationId xmlns:a16="http://schemas.microsoft.com/office/drawing/2014/main" id="{390FAC2E-B9B5-4312-B9BC-EB0B16B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step-7-card">
            <a:extLst xmlns:a="http://schemas.openxmlformats.org/drawingml/2006/main">
              <a:ext uri="{FF2B5EF4-FFF2-40B4-BE49-F238E27FC236}">
                <a16:creationId xmlns:a16="http://schemas.microsoft.com/office/drawing/2014/main" id="{F989276B-B24C-491E-A101-CAB1510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1428750" cy="2714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step-7-accent">
            <a:extLst xmlns:a="http://schemas.openxmlformats.org/drawingml/2006/main">
              <a:ext uri="{FF2B5EF4-FFF2-40B4-BE49-F238E27FC236}">
                <a16:creationId xmlns:a16="http://schemas.microsoft.com/office/drawing/2014/main" id="{537D83C6-4B2A-4B60-8D2B-4A0F371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44" name="step-7-number">
            <a:extLst xmlns:a="http://schemas.openxmlformats.org/drawingml/2006/main">
              <a:ext uri="{FF2B5EF4-FFF2-40B4-BE49-F238E27FC236}">
                <a16:creationId xmlns:a16="http://schemas.microsoft.com/office/drawing/2014/main" id="{067ADA44-5DAA-4B60-AE1B-866747D0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5" name="step-7-title">
            <a:extLst xmlns:a="http://schemas.openxmlformats.org/drawingml/2006/main">
              <a:ext uri="{FF2B5EF4-FFF2-40B4-BE49-F238E27FC236}">
                <a16:creationId xmlns:a16="http://schemas.microsoft.com/office/drawing/2014/main" id="{4D1AADE8-A501-4AA6-83AE-9F2A0C10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990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6" name="step-7-body">
            <a:extLst xmlns:a="http://schemas.openxmlformats.org/drawingml/2006/main">
              <a:ext uri="{FF2B5EF4-FFF2-40B4-BE49-F238E27FC236}">
                <a16:creationId xmlns:a16="http://schemas.microsoft.com/office/drawing/2014/main" id="{F2DDBCE2-A9D1-438A-B5C5-82B83391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95700"/>
            <a:ext cx="1085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24139"/>
                </a:solidFill>
                <a:latin typeface="Aptos"/>
                <a:ea typeface="Aptos"/>
                <a:cs typeface="Aptos"/>
              </a:rPr>
              <a:t>Rate the experience and build trust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784AB83E-8A06-4A49-8825-ACF72518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5C6B62"/>
                </a:solidFill>
                <a:latin typeface="Aptos"/>
                <a:ea typeface="Aptos"/>
                <a:cs typeface="Aptos"/>
              </a:defRPr>
            </a:pPr>
            <a:r>
              <a:rPr sz="1200" i="1">
                <a:solidFill>
                  <a:srgbClr val="5C6B62"/>
                </a:solidFill>
                <a:latin typeface="Aptos"/>
                <a:ea typeface="Aptos"/>
                <a:cs typeface="Aptos"/>
              </a:rPr>
              <a:t>Designed for clarity: every stage has one owner, one action and one visible outcome.</a:t>
            </a:r>
          </a:p>
        </p:txBody>
      </p:sp>
    </p:spTree>
    <p:extLst>
      <p:ext uri="{BB962C8B-B14F-4D97-AF65-F5344CB8AC3E}">
        <p14:creationId xmlns:p14="http://schemas.microsoft.com/office/powerpoint/2010/main" val="859519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2026-09-22T15:44:50.4130000Z</dcterms:created>
  <dcterms:modified xsi:type="dcterms:W3CDTF">2026-09-22T15:44:50.4130000Z</dcterms:modified>
</coreProperties>
</file>