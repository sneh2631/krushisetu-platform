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fa65e873074396" /><Relationship Type="http://schemas.openxmlformats.org/officeDocument/2006/relationships/extended-properties" Target="/docProps/app.xml" Id="R53b9332b17564092" /><Relationship Type="http://schemas.openxmlformats.org/officeDocument/2006/relationships/officeDocument" Target="/ppt/presentation.xml" Id="R0b89bfefcc1745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95356774904f37"/>
  </p:sldMasterIdLst>
  <p:notesMasterIdLst>
    <p:notesMasterId xmlns:r="http://schemas.openxmlformats.org/officeDocument/2006/relationships" r:id="Rd7703e83085e4851"/>
  </p:notesMasterIdLst>
  <p:sldIdLst>
    <p:sldId xmlns:r="http://schemas.openxmlformats.org/officeDocument/2006/relationships" id="256" r:id="R3abaa290d27a40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800080d8524beb" /><Relationship Type="http://schemas.openxmlformats.org/officeDocument/2006/relationships/slideMaster" Target="/ppt/slideMasters/slideMaster1.xml" Id="R8795356774904f37" /><Relationship Type="http://schemas.openxmlformats.org/officeDocument/2006/relationships/notesMaster" Target="/ppt/notesMasters/notesMaster1.xml" Id="Rd7703e83085e4851" /><Relationship Type="http://schemas.openxmlformats.org/officeDocument/2006/relationships/presProps" Target="/ppt/presProps.xml" Id="R30564dd1b0e7456f" /><Relationship Type="http://schemas.openxmlformats.org/officeDocument/2006/relationships/tableStyles" Target="/ppt/tableStyles.xml" Id="R39cfda0d55aa4b44" /><Relationship Type="http://schemas.openxmlformats.org/officeDocument/2006/relationships/slide" Target="/ppt/slides/slide1.xml" Id="R3abaa290d27a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00c8d3b0e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dc68ede3c45df" /><Relationship Type="http://schemas.openxmlformats.org/officeDocument/2006/relationships/notesMaster" Target="/ppt/notesMasters/notesMaster1.xml" Id="Rbd776ab1fa84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workflow screenshot. Slide copy condensed for presentation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3e815aaa04b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1ef454e4854f1d" /><Relationship Type="http://schemas.openxmlformats.org/officeDocument/2006/relationships/slideLayout" Target="/ppt/slideLayouts/slideLayout1.xml" Id="R8be74d0c3e14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74d0c3e14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3682f5f2b4bbc" /><Relationship Type="http://schemas.openxmlformats.org/officeDocument/2006/relationships/notesSlide" Target="/ppt/notesSlides/notesSlide1.xml" Id="Raf5d7f0ea2df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976119BD-A905-49A8-86F4-0BC13A87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How the Marketplace Works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CC9AB1-AC88-4188-9D0F-D05A23C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B6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B62"/>
                </a:solidFill>
                <a:latin typeface="Aptos"/>
                <a:ea typeface="Aptos"/>
                <a:cs typeface="Aptos"/>
              </a:rPr>
              <a:t>A simple seven-step journey from farm registration to trusted repeat orders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08A9955-7568-42F8-B4B1-FFF9F6D8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C1"/>
            </a:solidFill>
            <a:prstDash val="solid"/>
          </a:ln>
        </p:spPr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F335025E-8893-49E2-ACDD-43AC13A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28825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BB94"/>
            </a:solidFill>
            <a:prstDash val="solid"/>
          </a:ln>
        </p:spPr>
      </p:sp>
      <p:sp>
        <p:nvSpPr>
          <p:cNvPr id="5" name="step-1-marker">
            <a:extLst xmlns:a="http://schemas.openxmlformats.org/drawingml/2006/main">
              <a:ext uri="{FF2B5EF4-FFF2-40B4-BE49-F238E27FC236}">
                <a16:creationId xmlns:a16="http://schemas.microsoft.com/office/drawing/2014/main" id="{49124890-9C51-402B-BB14-73259F7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56B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6B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6B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1-card">
            <a:extLst xmlns:a="http://schemas.openxmlformats.org/drawingml/2006/main">
              <a:ext uri="{FF2B5EF4-FFF2-40B4-BE49-F238E27FC236}">
                <a16:creationId xmlns:a16="http://schemas.microsoft.com/office/drawing/2014/main" id="{AA8E56D8-42F8-45C6-A454-853C113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tep-1-accent">
            <a:extLst xmlns:a="http://schemas.openxmlformats.org/drawingml/2006/main">
              <a:ext uri="{FF2B5EF4-FFF2-40B4-BE49-F238E27FC236}">
                <a16:creationId xmlns:a16="http://schemas.microsoft.com/office/drawing/2014/main" id="{79CFAB3A-E553-419B-A85A-98AC828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B36"/>
          </a:solidFill>
          <a:ln xmlns:a="http://schemas.openxmlformats.org/drawingml/2006/main" w="0">
            <a:solidFill>
              <a:srgbClr val="156B36"/>
            </a:solidFill>
            <a:prstDash val="solid"/>
          </a:ln>
        </p:spPr>
      </p:sp>
      <p:sp>
        <p:nvSpPr>
          <p:cNvPr id="8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A5041A6D-B87E-4A1E-9385-D8346359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6B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6B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E1EB1604-C736-431C-AAB1-46C66FA0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91DEF41-5D89-4E09-B9ED-4535644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Farmer creates a verified profile</a:t>
            </a:r>
          </a:p>
        </p:txBody>
      </p:sp>
      <p:sp>
        <p:nvSpPr>
          <p:cNvPr id="11" name="step-2-marker">
            <a:extLst xmlns:a="http://schemas.openxmlformats.org/drawingml/2006/main">
              <a:ext uri="{FF2B5EF4-FFF2-40B4-BE49-F238E27FC236}">
                <a16:creationId xmlns:a16="http://schemas.microsoft.com/office/drawing/2014/main" id="{0445EF43-3A9B-4009-93AF-5A48507A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tep-2-card">
            <a:extLst xmlns:a="http://schemas.openxmlformats.org/drawingml/2006/main">
              <a:ext uri="{FF2B5EF4-FFF2-40B4-BE49-F238E27FC236}">
                <a16:creationId xmlns:a16="http://schemas.microsoft.com/office/drawing/2014/main" id="{0011A19D-D10C-42EB-A87C-2F207574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ep-2-accent">
            <a:extLst xmlns:a="http://schemas.openxmlformats.org/drawingml/2006/main">
              <a:ext uri="{FF2B5EF4-FFF2-40B4-BE49-F238E27FC236}">
                <a16:creationId xmlns:a16="http://schemas.microsoft.com/office/drawing/2014/main" id="{4E311740-157D-49B9-8B56-EC87996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1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E1204F57-9E5D-4723-96D2-70E83B58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201D6A7B-F6A5-4638-A8E1-1A1C269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List Produce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8E588F5-917B-4F92-85A6-B0E4896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Add crop, quantity, price and availability</a:t>
            </a:r>
          </a:p>
        </p:txBody>
      </p:sp>
      <p:sp>
        <p:nvSpPr>
          <p:cNvPr id="17" name="step-3-marker">
            <a:extLst xmlns:a="http://schemas.openxmlformats.org/drawingml/2006/main">
              <a:ext uri="{FF2B5EF4-FFF2-40B4-BE49-F238E27FC236}">
                <a16:creationId xmlns:a16="http://schemas.microsoft.com/office/drawing/2014/main" id="{75E745BF-46DA-4124-9772-F433A54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ep-3-card">
            <a:extLst xmlns:a="http://schemas.openxmlformats.org/drawingml/2006/main">
              <a:ext uri="{FF2B5EF4-FFF2-40B4-BE49-F238E27FC236}">
                <a16:creationId xmlns:a16="http://schemas.microsoft.com/office/drawing/2014/main" id="{12A0238F-1D80-4BDC-A48A-6B1BFB78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tep-3-accent">
            <a:extLst xmlns:a="http://schemas.openxmlformats.org/drawingml/2006/main">
              <a:ext uri="{FF2B5EF4-FFF2-40B4-BE49-F238E27FC236}">
                <a16:creationId xmlns:a16="http://schemas.microsoft.com/office/drawing/2014/main" id="{96262DF7-D5E9-488A-A3AA-05FB3D3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2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9F77D278-55BF-47BA-91E3-51FBB339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80CCDF2C-1E68-47E3-8085-DC999FA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22" name="step-3-body">
            <a:extLst xmlns:a="http://schemas.openxmlformats.org/drawingml/2006/main">
              <a:ext uri="{FF2B5EF4-FFF2-40B4-BE49-F238E27FC236}">
                <a16:creationId xmlns:a16="http://schemas.microsoft.com/office/drawing/2014/main" id="{1FD8968B-A6A0-48A2-814C-807547F7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Buyers compare verified listings</a:t>
            </a:r>
          </a:p>
        </p:txBody>
      </p:sp>
      <p:sp>
        <p:nvSpPr>
          <p:cNvPr id="23" name="step-4-marker">
            <a:extLst xmlns:a="http://schemas.openxmlformats.org/drawingml/2006/main">
              <a:ext uri="{FF2B5EF4-FFF2-40B4-BE49-F238E27FC236}">
                <a16:creationId xmlns:a16="http://schemas.microsoft.com/office/drawing/2014/main" id="{5201BFF0-D89B-4BB4-B510-CB6513E7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step-4-card">
            <a:extLst xmlns:a="http://schemas.openxmlformats.org/drawingml/2006/main">
              <a:ext uri="{FF2B5EF4-FFF2-40B4-BE49-F238E27FC236}">
                <a16:creationId xmlns:a16="http://schemas.microsoft.com/office/drawing/2014/main" id="{D97D9953-F4DF-4D2D-B982-F5FAFAF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tep-4-accent">
            <a:extLst xmlns:a="http://schemas.openxmlformats.org/drawingml/2006/main">
              <a:ext uri="{FF2B5EF4-FFF2-40B4-BE49-F238E27FC236}">
                <a16:creationId xmlns:a16="http://schemas.microsoft.com/office/drawing/2014/main" id="{DEFFB254-C42A-4803-BD5A-914AD681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26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F3EDABBC-0FC4-465F-8947-5B99594F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1A427F8F-F922-41DD-B1FF-7846F2AA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28" name="step-4-body">
            <a:extLst xmlns:a="http://schemas.openxmlformats.org/drawingml/2006/main">
              <a:ext uri="{FF2B5EF4-FFF2-40B4-BE49-F238E27FC236}">
                <a16:creationId xmlns:a16="http://schemas.microsoft.com/office/drawing/2014/main" id="{DE274DCB-ADC7-4135-BE4A-3558EED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Chat and confirm order details</a:t>
            </a:r>
          </a:p>
        </p:txBody>
      </p:sp>
      <p:sp>
        <p:nvSpPr>
          <p:cNvPr id="29" name="step-5-marker">
            <a:extLst xmlns:a="http://schemas.openxmlformats.org/drawingml/2006/main">
              <a:ext uri="{FF2B5EF4-FFF2-40B4-BE49-F238E27FC236}">
                <a16:creationId xmlns:a16="http://schemas.microsoft.com/office/drawing/2014/main" id="{747B3CF3-EC72-4E7E-826E-149716F0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step-5-card">
            <a:extLst xmlns:a="http://schemas.openxmlformats.org/drawingml/2006/main">
              <a:ext uri="{FF2B5EF4-FFF2-40B4-BE49-F238E27FC236}">
                <a16:creationId xmlns:a16="http://schemas.microsoft.com/office/drawing/2014/main" id="{F08ED383-EF1B-4BA0-80AE-F0F2772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tep-5-accent">
            <a:extLst xmlns:a="http://schemas.openxmlformats.org/drawingml/2006/main">
              <a:ext uri="{FF2B5EF4-FFF2-40B4-BE49-F238E27FC236}">
                <a16:creationId xmlns:a16="http://schemas.microsoft.com/office/drawing/2014/main" id="{82E90077-2CA3-4D3C-A841-C253691E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32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83CD611E-0902-4065-B7B1-DAD9322B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C16BAAF5-B183-45D7-B2AF-999A276F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9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Order &amp; Pay</a:t>
            </a:r>
          </a:p>
        </p:txBody>
      </p:sp>
      <p:sp>
        <p:nvSpPr>
          <p:cNvPr id="34" name="step-5-body">
            <a:extLst xmlns:a="http://schemas.openxmlformats.org/drawingml/2006/main">
              <a:ext uri="{FF2B5EF4-FFF2-40B4-BE49-F238E27FC236}">
                <a16:creationId xmlns:a16="http://schemas.microsoft.com/office/drawing/2014/main" id="{DFE65403-503C-4757-9CC5-0A396D7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Place the order and pay securely</a:t>
            </a:r>
          </a:p>
        </p:txBody>
      </p:sp>
      <p:sp>
        <p:nvSpPr>
          <p:cNvPr id="35" name="step-6-marker">
            <a:extLst xmlns:a="http://schemas.openxmlformats.org/drawingml/2006/main">
              <a:ext uri="{FF2B5EF4-FFF2-40B4-BE49-F238E27FC236}">
                <a16:creationId xmlns:a16="http://schemas.microsoft.com/office/drawing/2014/main" id="{8B1E57AE-0C27-4294-BDDD-9AD818B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6" name="step-6-card">
            <a:extLst xmlns:a="http://schemas.openxmlformats.org/drawingml/2006/main">
              <a:ext uri="{FF2B5EF4-FFF2-40B4-BE49-F238E27FC236}">
                <a16:creationId xmlns:a16="http://schemas.microsoft.com/office/drawing/2014/main" id="{5920863B-A265-4B92-8494-A39B637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step-6-accent">
            <a:extLst xmlns:a="http://schemas.openxmlformats.org/drawingml/2006/main">
              <a:ext uri="{FF2B5EF4-FFF2-40B4-BE49-F238E27FC236}">
                <a16:creationId xmlns:a16="http://schemas.microsoft.com/office/drawing/2014/main" id="{4D00E83E-4CE3-4CEF-9F56-74CDC58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38" name="step-6-number">
            <a:extLst xmlns:a="http://schemas.openxmlformats.org/drawingml/2006/main">
              <a:ext uri="{FF2B5EF4-FFF2-40B4-BE49-F238E27FC236}">
                <a16:creationId xmlns:a16="http://schemas.microsoft.com/office/drawing/2014/main" id="{9EBC3104-AA09-4E5B-ABC2-214A207D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9" name="step-6-title">
            <a:extLst xmlns:a="http://schemas.openxmlformats.org/drawingml/2006/main">
              <a:ext uri="{FF2B5EF4-FFF2-40B4-BE49-F238E27FC236}">
                <a16:creationId xmlns:a16="http://schemas.microsoft.com/office/drawing/2014/main" id="{413F0E34-E8D9-45C7-B001-1437E88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40" name="step-6-body">
            <a:extLst xmlns:a="http://schemas.openxmlformats.org/drawingml/2006/main">
              <a:ext uri="{FF2B5EF4-FFF2-40B4-BE49-F238E27FC236}">
                <a16:creationId xmlns:a16="http://schemas.microsoft.com/office/drawing/2014/main" id="{8ECA640C-C6C0-4125-A09C-8E0480D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Track pickup and delivery status</a:t>
            </a:r>
          </a:p>
        </p:txBody>
      </p:sp>
      <p:sp>
        <p:nvSpPr>
          <p:cNvPr id="41" name="step-7-marker">
            <a:extLst xmlns:a="http://schemas.openxmlformats.org/drawingml/2006/main">
              <a:ext uri="{FF2B5EF4-FFF2-40B4-BE49-F238E27FC236}">
                <a16:creationId xmlns:a16="http://schemas.microsoft.com/office/drawing/2014/main" id="{05E8C0D7-8161-48E8-A4F6-BB6E0E0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2" name="step-7-card">
            <a:extLst xmlns:a="http://schemas.openxmlformats.org/drawingml/2006/main">
              <a:ext uri="{FF2B5EF4-FFF2-40B4-BE49-F238E27FC236}">
                <a16:creationId xmlns:a16="http://schemas.microsoft.com/office/drawing/2014/main" id="{0546E008-357A-4470-838F-6986F24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step-7-accent">
            <a:extLst xmlns:a="http://schemas.openxmlformats.org/drawingml/2006/main">
              <a:ext uri="{FF2B5EF4-FFF2-40B4-BE49-F238E27FC236}">
                <a16:creationId xmlns:a16="http://schemas.microsoft.com/office/drawing/2014/main" id="{4FEA9AF0-6272-4232-B076-47AA352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44" name="step-7-number">
            <a:extLst xmlns:a="http://schemas.openxmlformats.org/drawingml/2006/main">
              <a:ext uri="{FF2B5EF4-FFF2-40B4-BE49-F238E27FC236}">
                <a16:creationId xmlns:a16="http://schemas.microsoft.com/office/drawing/2014/main" id="{2CC92959-655D-4611-B2DD-4067B84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5" name="step-7-title">
            <a:extLst xmlns:a="http://schemas.openxmlformats.org/drawingml/2006/main">
              <a:ext uri="{FF2B5EF4-FFF2-40B4-BE49-F238E27FC236}">
                <a16:creationId xmlns:a16="http://schemas.microsoft.com/office/drawing/2014/main" id="{B93D0B58-A1BA-4A1E-B84E-A202BB9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6" name="step-7-body">
            <a:extLst xmlns:a="http://schemas.openxmlformats.org/drawingml/2006/main">
              <a:ext uri="{FF2B5EF4-FFF2-40B4-BE49-F238E27FC236}">
                <a16:creationId xmlns:a16="http://schemas.microsoft.com/office/drawing/2014/main" id="{943E5EA4-186E-4286-AF69-F458024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Rate the experience and build trust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2E356EB8-6147-4FFA-B1BB-62705776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5C6B62"/>
                </a:solidFill>
                <a:latin typeface="Aptos"/>
                <a:ea typeface="Aptos"/>
                <a:cs typeface="Aptos"/>
              </a:defRPr>
            </a:pPr>
            <a:r>
              <a:rPr sz="1200" i="1">
                <a:solidFill>
                  <a:srgbClr val="5C6B62"/>
                </a:solidFill>
                <a:latin typeface="Aptos"/>
                <a:ea typeface="Aptos"/>
                <a:cs typeface="Aptos"/>
              </a:rPr>
              <a:t>Designed for clarity: every stage has one owner, one action and one visible outcome.</a:t>
            </a:r>
          </a:p>
        </p:txBody>
      </p:sp>
    </p:spTree>
    <p:extLst>
      <p:ext uri="{BB962C8B-B14F-4D97-AF65-F5344CB8AC3E}">
        <p14:creationId xmlns:p14="http://schemas.microsoft.com/office/powerpoint/2010/main" val="503952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2026-09-22T15:40:37.2600000Z</dcterms:created>
  <dcterms:modified xsi:type="dcterms:W3CDTF">2026-09-22T15:40:37.2610000Z</dcterms:modified>
</coreProperties>
</file>